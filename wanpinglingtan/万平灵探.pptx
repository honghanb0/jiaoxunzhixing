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万平灵探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企业资产收集与攻击面测绘</a:t>
            </a:r>
            <a:endParaRPr lang="zh-CN" altLang="en-US"/>
          </a:p>
          <a:p>
            <a:r>
              <a:rPr lang="en-US" altLang="zh-CN"/>
              <a:t>by </a:t>
            </a:r>
            <a:r>
              <a:rPr lang="zh-CN" altLang="en-US"/>
              <a:t>洪声越</a:t>
            </a:r>
            <a:r>
              <a:rPr lang="en-US" altLang="zh-CN"/>
              <a:t>Jeff &lt;HongshengyueJeff@163.com&gt;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项目概要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万平灵探 是一款面向已授权资产的安全评估与暴露面管理（</a:t>
            </a:r>
            <a:r>
              <a:rPr lang="en-US" altLang="zh-CN"/>
              <a:t>EASM）</a:t>
            </a:r>
            <a:r>
              <a:rPr lang="zh-CN" altLang="en-US"/>
              <a:t>本地化桌面工具。</a:t>
            </a:r>
            <a:endParaRPr lang="zh-CN" altLang="en-US"/>
          </a:p>
          <a:p>
            <a:r>
              <a:rPr lang="zh-CN" altLang="en-US"/>
              <a:t>它在完成多维资产采集后，提供人工审计（研判真实资产 / 误报）、对确认资产进行</a:t>
            </a:r>
            <a:endParaRPr lang="zh-CN" altLang="en-US"/>
          </a:p>
          <a:p>
            <a:r>
              <a:rPr lang="zh-CN" altLang="en-US"/>
              <a:t>安全扫描（连通性测试、高危指纹 / 未授权访问 / 明文传输识别），并输出格式化的 </a:t>
            </a:r>
            <a:r>
              <a:rPr lang="en-US" altLang="zh-CN"/>
              <a:t>EASM </a:t>
            </a:r>
            <a:r>
              <a:rPr lang="zh-CN" altLang="en-US"/>
              <a:t>报告。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所有探测均为被动 / 只读式，不含任何破坏性操作；数据不出本机。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功能概览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37640"/>
            <a:ext cx="12192000" cy="542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检索维度录入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50" y="1303655"/>
            <a:ext cx="9969500" cy="5546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高级选项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05" y="1277620"/>
            <a:ext cx="10615295" cy="5580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子域名枚举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1329690"/>
            <a:ext cx="10182860" cy="5528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资产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220470"/>
            <a:ext cx="10404475" cy="5637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端口</a:t>
            </a:r>
            <a:r>
              <a:rPr lang="en-US" altLang="zh-CN"/>
              <a:t>/</a:t>
            </a:r>
            <a:r>
              <a:rPr lang="zh-CN" altLang="en-US"/>
              <a:t>服务探测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95" y="1310005"/>
            <a:ext cx="10265410" cy="5547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漏洞</a:t>
            </a:r>
            <a:r>
              <a:rPr lang="en-US" altLang="zh-CN"/>
              <a:t>/</a:t>
            </a:r>
            <a:r>
              <a:rPr lang="zh-CN" altLang="en-US"/>
              <a:t>暴露检测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180" y="1259840"/>
            <a:ext cx="10327640" cy="5598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DNS</a:t>
            </a:r>
            <a:r>
              <a:rPr lang="zh-CN" altLang="en-US"/>
              <a:t>记录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1280160"/>
            <a:ext cx="10325735" cy="557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企业</a:t>
            </a:r>
            <a:r>
              <a:rPr lang="en-US" altLang="zh-CN"/>
              <a:t>ICP</a:t>
            </a:r>
            <a:r>
              <a:rPr lang="zh-CN" altLang="en-US"/>
              <a:t>备案号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140" y="1306195"/>
            <a:ext cx="10206355" cy="555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人工审计</a:t>
            </a:r>
            <a:r>
              <a:rPr lang="en-US" altLang="zh-CN"/>
              <a:t>—1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8730"/>
            <a:ext cx="12192635" cy="5589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人工审计</a:t>
            </a:r>
            <a:r>
              <a:rPr lang="en-US" altLang="zh-CN"/>
              <a:t>—2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3495"/>
            <a:ext cx="12192000" cy="5564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人工审计</a:t>
            </a:r>
            <a:r>
              <a:rPr lang="en-US" altLang="zh-CN"/>
              <a:t>—3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9215"/>
            <a:ext cx="12192635" cy="5518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人工审计</a:t>
            </a:r>
            <a:r>
              <a:rPr lang="en-US" altLang="zh-CN"/>
              <a:t>—4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3660"/>
            <a:ext cx="12167870" cy="551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安全扫描</a:t>
            </a:r>
            <a:r>
              <a:rPr lang="en-US" altLang="zh-CN"/>
              <a:t>—1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0" y="1258570"/>
            <a:ext cx="10274935" cy="5599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安全扫描</a:t>
            </a:r>
            <a:r>
              <a:rPr lang="en-US" altLang="zh-CN"/>
              <a:t>—2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3495"/>
            <a:ext cx="12191365" cy="5564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EASM</a:t>
            </a:r>
            <a:r>
              <a:rPr lang="zh-CN" altLang="en-US"/>
              <a:t>报告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5400"/>
            <a:ext cx="12192635" cy="15328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2828290"/>
            <a:ext cx="5768340" cy="4029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20" y="2827655"/>
            <a:ext cx="5882005" cy="4029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演示</Application>
  <PresentationFormat>宽屏</PresentationFormat>
  <Paragraphs>45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检索维度录入</vt:lpstr>
      <vt:lpstr>PowerPoint 演示文稿</vt:lpstr>
      <vt:lpstr>检索维度录入</vt:lpstr>
      <vt:lpstr>高级选项</vt:lpstr>
      <vt:lpstr>子域名枚举</vt:lpstr>
      <vt:lpstr>IP资产</vt:lpstr>
      <vt:lpstr>端口/服务探测</vt:lpstr>
      <vt:lpstr>漏洞/暴露检测</vt:lpstr>
      <vt:lpstr>DNS记录</vt:lpstr>
      <vt:lpstr>企业ICP备案号</vt:lpstr>
      <vt:lpstr>人工审计—1</vt:lpstr>
      <vt:lpstr>人工审计—2</vt:lpstr>
      <vt:lpstr>人工审计—3</vt:lpstr>
      <vt:lpstr>人工审计—4</vt:lpstr>
      <vt:lpstr>安全扫描—1</vt:lpstr>
      <vt:lpstr>安全扫描—2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HHB</cp:lastModifiedBy>
  <cp:revision>8</cp:revision>
  <dcterms:created xsi:type="dcterms:W3CDTF">2023-08-09T12:44:00Z</dcterms:created>
  <dcterms:modified xsi:type="dcterms:W3CDTF">2026-08-15T10:43:33Z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1AB156746CC746FC94425D8B670312E8_12</vt:lpwstr>
  </property>
</Properties>
</file>